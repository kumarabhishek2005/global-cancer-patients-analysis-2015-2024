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24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457200"/>
            <a:ext cx="2560320" cy="2560320"/>
          </a:xfrm>
          <a:prstGeom prst="ellipse">
            <a:avLst/>
          </a:prstGeom>
          <a:solidFill>
            <a:srgbClr val="0B6E70">
              <a:alpha val="20000"/>
            </a:srgbClr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822960"/>
            <a:ext cx="1828800" cy="1828800"/>
          </a:xfrm>
          <a:prstGeom prst="ellipse">
            <a:avLst/>
          </a:prstGeom>
          <a:solidFill>
            <a:srgbClr val="0E9AA7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CANCER PATIENTS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3F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2024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5029200" cy="3657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 using Python · SQL · Power BI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575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Presented by: Abhishek </a:t>
            </a:r>
            <a:r>
              <a:rPr lang="en-US" sz="2800" dirty="0" err="1">
                <a:solidFill>
                  <a:schemeClr val="bg1"/>
                </a:solidFill>
              </a:rPr>
              <a:t>kumar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E2F0F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70"/>
                </a:solidFill>
              </a:rPr>
              <a:t> Objective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Analyze 50,000 global cancer patient records to uncover patterns in cancer types, severity, treatment costs, survival rates, and impact of lifestyle factors — enabling data-driven healthcare insights.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651760" cy="45720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 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Data cleaning, feature engineering, EDA with Pandas, NumPy, Seaborn, Matplotlib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103120"/>
            <a:ext cx="265176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16 analytical queries — aggregations, window functions, subqueries in 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103120"/>
            <a:ext cx="2651760" cy="457200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Power 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Interactive dashboard with KPI cards, maps, trend visuals, and drill-down filters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79424"/>
            <a:ext cx="4114800" cy="37490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CFC1"/>
                </a:solidFill>
              </a:rPr>
              <a:t> Dataset Highlights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56411"/>
            <a:ext cx="3657600" cy="263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50,000 patient records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10 countries / regions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8 cancer types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5 cancer stages (0–IV)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10-year span: 2015–2024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15 feature columns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~$52,467 avg treatment cost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0F7F8"/>
                </a:solidFill>
              </a:rPr>
              <a:t>3 gender categories</a:t>
            </a:r>
            <a:endParaRPr lang="en-US" sz="16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CFC1"/>
                </a:solidFill>
              </a:rPr>
              <a:t> Methodology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20040" cy="3200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38928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7F8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38928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Global cancer patient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84832"/>
            <a:ext cx="320040" cy="3200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38928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7F8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2267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duplicates, impute nulls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06624"/>
            <a:ext cx="320040" cy="3200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38928" y="2706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7F8"/>
                </a:solidFill>
              </a:rPr>
              <a:t>Feature Engg.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38928" y="2889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Age, cost, year group buckets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328416"/>
            <a:ext cx="320040" cy="3200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33284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7F8"/>
                </a:solidFill>
              </a:rPr>
              <a:t>SQL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16 targeted queries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950208"/>
            <a:ext cx="320040" cy="3200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3950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7F8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4133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Power BI interactive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  Lung Cancer 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Lung cancer accounts for the highest case count globally across all 10 countries and 10 years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14400"/>
            <a:ext cx="73152" cy="16916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  Stage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Stage IV patients survive ~2.8 yrs avg vs. ~8.1 yrs for Stage 0 patients — a 65% reduction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73152" cy="1691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05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 Cost Burden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3716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treatment cost is ~$52,467 USD globally; some cancer types exceed $60K per patient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73152" cy="16916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26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  Pollution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Higher air pollution exposure scores show a positive correlation with severity index scores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34640"/>
            <a:ext cx="73152" cy="1691640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926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  Equal Gender 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Near-equal distribution: Male 33.6% | Female 33.4% | Other 33% — reducing gender bias in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34640"/>
            <a:ext cx="73152" cy="16916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926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  Liver = High Severity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Liver cancer has the highest average Target Severity Score among all 8 cancer types analyzed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SQL ANALYSIS — 16 QUERIES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Patient 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1. Total patient 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2. Gender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3. Cancer type frequency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4. Stage distribution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Cost &amp; Severity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9903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1. Avg severity by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2. Highest cost by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3. Top 5 expensive patients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4. Above-avg cost (subquery)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41148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Geographic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1071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1. Top 10 countries by 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2. Countries by severity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3. Countries by cost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Advanced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1. Survival by stage &amp;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2. Obesity → severity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3. Air pollution → severity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4. Window function RANK()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PYTHON — DATA CLEANING &amp; FEATURE ENGINEERING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658368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50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0"/>
                </a:solidFill>
              </a:rPr>
              <a:t>1. Load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pd.read_csv() — 50,000 rows × 15 columns loaded and profiled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64008" cy="658368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28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0"/>
                </a:solidFill>
              </a:rPr>
              <a:t>2. Understand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.shape, .info(), .describe(), .isnull().sum(), .duplicated().sum()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68880"/>
            <a:ext cx="64008" cy="658368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0"/>
                </a:solidFill>
              </a:rPr>
              <a:t>3. Remove Dups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drop_duplicates() — removed exact duplicate rows from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46120"/>
            <a:ext cx="64008" cy="658368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0"/>
                </a:solidFill>
              </a:rPr>
              <a:t>4. Impute Nulls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fillna(median, numeric_only=True) — median used for skew-robustness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70"/>
                </a:solidFill>
              </a:rPr>
              <a:t>⚙️ Feature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</a:rPr>
              <a:t>Age_Group: Young / Adult / Middle Age / Senior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</a:rPr>
              <a:t>Cost_Category: Low / Medium / High / Very High (quartile)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</a:rPr>
              <a:t>Year_Group: 2015–17 / 2018–20 / 2021–24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</a:rPr>
              <a:t>Cancer_Category: Top 5 types vs. Others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</a:rPr>
              <a:t>POWER BI INTERACTIVE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" cy="365760"/>
          </a:xfrm>
          <a:prstGeom prst="ellipse">
            <a:avLst/>
          </a:prstGeom>
          <a:solidFill>
            <a:srgbClr val="3FCFC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FC1"/>
                </a:solidFill>
              </a:rPr>
              <a:t>KPI Cards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Total Patients · Avg Cost · Avg Severity displayed as headline 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0972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365760" cy="365760"/>
          </a:xfrm>
          <a:prstGeom prst="ellipse">
            <a:avLst/>
          </a:prstGeom>
          <a:solidFill>
            <a:srgbClr val="3FCFC1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078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FC1"/>
                </a:solidFill>
              </a:rPr>
              <a:t>Cancer Type Chart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Bar chart comparing case count and avg severity per cancer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114800" cy="10972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95728"/>
            <a:ext cx="365760" cy="365760"/>
          </a:xfrm>
          <a:prstGeom prst="ellipse">
            <a:avLst/>
          </a:prstGeom>
          <a:solidFill>
            <a:srgbClr val="3FCFC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FC1"/>
                </a:solidFill>
              </a:rPr>
              <a:t>Stage Distribution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761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Donut/pie showing patient share across 5 cancer stages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304288"/>
            <a:ext cx="4114800" cy="10972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95728"/>
            <a:ext cx="365760" cy="365760"/>
          </a:xfrm>
          <a:prstGeom prst="ellipse">
            <a:avLst/>
          </a:prstGeom>
          <a:solidFill>
            <a:srgbClr val="3FCFC1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FC1"/>
                </a:solidFill>
              </a:rPr>
              <a:t>Country 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61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Geographic map visual — patient density by country/region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14800" cy="10972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94176"/>
            <a:ext cx="365760" cy="365760"/>
          </a:xfrm>
          <a:prstGeom prst="ellipse">
            <a:avLst/>
          </a:prstGeom>
          <a:solidFill>
            <a:srgbClr val="3FCFC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FC1"/>
                </a:solidFill>
              </a:rPr>
              <a:t>Trend Line (YoY)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Year-over-year line chart from 2015–2024 showing volume trends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14800" cy="109728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94176"/>
            <a:ext cx="365760" cy="365760"/>
          </a:xfrm>
          <a:prstGeom prst="ellipse">
            <a:avLst/>
          </a:prstGeom>
          <a:solidFill>
            <a:srgbClr val="3FCFC1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FC1"/>
                </a:solidFill>
              </a:rPr>
              <a:t>Lifestyle Factors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8"/>
                </a:solidFill>
              </a:rPr>
              <a:t>Scatter / bar charts for obesity &amp; pollution impact on severity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📂 File: Global_cancer_patient_dashboard.pbix  |  Open in Power BI Desktop (free)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&amp;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13716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70"/>
                </a:solidFill>
              </a:rPr>
              <a:t>50K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Records Analyzed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60120"/>
            <a:ext cx="1920240" cy="1371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C5C"/>
                </a:solidFill>
              </a:rPr>
              <a:t>65%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Survival Drop St.IV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192024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$52K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Avg Treatment Cost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96012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60120"/>
            <a:ext cx="1920240" cy="1371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</a:rPr>
              <a:t>16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2084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SQL Queries Written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70"/>
                </a:solidFill>
              </a:rPr>
              <a:t> Business Value &amp; Applications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668016"/>
            <a:ext cx="8595360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Early detection focus: Stage 0–I patients show 3× better survival — supports investment in screening programs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Cost planning: Avg $52K treatment cost enables health insurers to forecast coverage requirements by region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Policy insight: Air pollution and obesity correlations can guide public health interventions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Resource allocation: Countries with highest patient counts can prioritize oncology infrastructure investment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 STACK &amp; TOOLS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411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Python 3.10+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AA7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8"/>
                </a:solidFill>
              </a:rPr>
              <a:t>Data manipulation, EDA, feature engineering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16916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43200" cy="411480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Pandas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CFC1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8"/>
                </a:solidFill>
              </a:rPr>
              <a:t>read_csv, drop_duplicates, fillna, pd.cut, pd.qcut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6916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43200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Seaborn / Matplotlib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8"/>
                </a:solidFill>
              </a:rPr>
              <a:t>Histograms, count plots, heatmaps, distribution charts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2743200" cy="411480"/>
          </a:xfrm>
          <a:prstGeom prst="rect">
            <a:avLst/>
          </a:prstGeom>
          <a:solidFill>
            <a:srgbClr val="0B6E7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PostgreSQL / SQL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70"/>
                </a:solidFill>
              </a:rPr>
              <a:t>Analytical Querying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8"/>
                </a:solidFill>
              </a:rPr>
              <a:t>GROUP BY, RANK(), subqueries, aggregations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743200" cy="16916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26080"/>
            <a:ext cx="2743200" cy="41148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Power BI Desktop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5C"/>
                </a:solidFill>
              </a:rPr>
              <a:t>Business Intelligence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8"/>
                </a:solidFill>
              </a:rPr>
              <a:t>KPI cards, charts, map visuals, slicers, dashboard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926080"/>
            <a:ext cx="2743200" cy="169164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26080"/>
            <a:ext cx="2743200" cy="411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AA7"/>
                </a:solidFill>
              </a:rPr>
              <a:t>Development Env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8"/>
                </a:solidFill>
              </a:rPr>
              <a:t>Interactive Python environment for EDA and cleaning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CF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AA7"/>
                </a:solidFill>
              </a:rPr>
              <a:t>What was achieved :-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9566"/>
            <a:ext cx="5029200" cy="1737360"/>
          </a:xfrm>
          <a:prstGeom prst="rect">
            <a:avLst/>
          </a:prstGeom>
          <a:solidFill>
            <a:srgbClr val="0D2D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49630"/>
            <a:ext cx="4912360" cy="24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7F8"/>
                </a:solidFill>
              </a:rPr>
              <a:t>End-to-end project: raw data → clean → analyze → visualize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7F8"/>
                </a:solidFill>
              </a:rPr>
              <a:t>Python: cleaning + 5 engineered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7F8"/>
                </a:solidFill>
              </a:rPr>
              <a:t>SQL: 16 queries incl. window functions &amp; subqueries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7F8"/>
                </a:solidFill>
              </a:rPr>
              <a:t>Power BI: interactive business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7F8"/>
                </a:solidFill>
              </a:rPr>
              <a:t>Identified key clinical and lifestyle risk factors</a:t>
            </a:r>
            <a:endParaRPr lang="en-US" sz="12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63900"/>
            <a:ext cx="8595360" cy="1490980"/>
          </a:xfrm>
          <a:prstGeom prst="rect">
            <a:avLst/>
          </a:prstGeom>
          <a:solidFill>
            <a:srgbClr val="0B6E70">
              <a:alpha val="7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57200" y="339674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Full Project Available on GitHub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8"/>
                </a:solidFill>
              </a:rPr>
              <a:t>Github.com 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0F7F8"/>
                </a:solidFill>
              </a:rPr>
              <a:t>LinkedIn: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893</Words>
  <Application>Microsoft Office PowerPoint</Application>
  <PresentationFormat>On-screen Show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Cancer Patients Analysis 2015-2024</dc:title>
  <dc:subject>PptxGenJS Presentation</dc:subject>
  <dc:creator>Data Analyst</dc:creator>
  <cp:lastModifiedBy>Abhishek Kumar</cp:lastModifiedBy>
  <cp:revision>2</cp:revision>
  <dcterms:created xsi:type="dcterms:W3CDTF">2026-06-05T18:16:57Z</dcterms:created>
  <dcterms:modified xsi:type="dcterms:W3CDTF">2026-06-05T18:28:09Z</dcterms:modified>
</cp:coreProperties>
</file>